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63" r:id="rId4"/>
    <p:sldId id="257" r:id="rId5"/>
    <p:sldId id="264" r:id="rId6"/>
    <p:sldId id="259" r:id="rId7"/>
    <p:sldId id="260" r:id="rId8"/>
    <p:sldId id="261" r:id="rId9"/>
    <p:sldId id="265" r:id="rId10"/>
    <p:sldId id="266" r:id="rId11"/>
  </p:sldIdLst>
  <p:sldSz cx="14630400" cy="8229600"/>
  <p:notesSz cx="8229600" cy="14630400"/>
  <p:embeddedFontLst>
    <p:embeddedFont>
      <p:font typeface="온글잎 박다현체" panose="02000503000000000000" pitchFamily="2" charset="-127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D8D"/>
    <a:srgbClr val="FEB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2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EB21-0A4A-717A-7D13-DF8058E2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29218-0CA1-2A4D-37B9-1DE3F01B8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1B195-52A3-9494-167C-9801EE1E2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68E85-60F1-5049-1AEF-459F57DC2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29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1232A-E5CF-CCE0-6656-03445245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469E0-FB05-52A2-E19E-85431D247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A236C-4803-239B-E3EC-FA11936B1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0DD03-EDA9-5C26-2077-D5908D504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04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1EBF-8459-A473-4C32-7F8763C3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B20E3-C9DA-F296-E9B4-6F7C22A52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0D644-F3EC-B9D8-837F-4C8F2883E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BE126-DCC6-6768-D634-29974F03A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12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9B91-E219-2CD0-8056-13F1246C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75C9C-4AFB-3C73-1643-C3C4181B2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CFEC8-D5DE-A715-A81B-49903737D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C508F-5B0B-B0FA-73F9-0DC8E1B1D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1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C0726-4C78-3BF2-F2D5-92D5EBCB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2057F-D1CF-6CDB-5E72-1C4479A21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0BCC0-F6AD-7B5C-D9F6-2E6AD1388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3FFF1-2063-C476-B0ED-8D1415A08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85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877" y="2537958"/>
            <a:ext cx="364655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6000" b="0" i="0" dirty="0">
                <a:solidFill>
                  <a:srgbClr val="000000"/>
                </a:solidFill>
                <a:effectLst/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Time with my dad</a:t>
            </a:r>
            <a:endParaRPr lang="en-US" sz="54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785860" y="4717134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3480" y="4724754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69130" y="3657720"/>
            <a:ext cx="1917144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 Bold" pitchFamily="34" charset="-120"/>
              </a:rPr>
              <a:t>2024113285 </a:t>
            </a:r>
            <a:r>
              <a:rPr lang="ko-KR" altLang="en-US" sz="240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 Bold" pitchFamily="34" charset="-120"/>
              </a:rPr>
              <a:t>강주영</a:t>
            </a:r>
            <a:endParaRPr lang="en-US" sz="24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pic>
        <p:nvPicPr>
          <p:cNvPr id="1026" name="Picture 2" descr="가족, 사진 작가, 아버지와 딸, 사진술, 딸, 풍경, 옥외, 자연">
            <a:extLst>
              <a:ext uri="{FF2B5EF4-FFF2-40B4-BE49-F238E27FC236}">
                <a16:creationId xmlns:a16="http://schemas.microsoft.com/office/drawing/2014/main" id="{91BD4B85-FE4D-855B-AFCB-9B7A80FF6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43"/>
          <a:stretch/>
        </p:blipFill>
        <p:spPr bwMode="auto">
          <a:xfrm>
            <a:off x="6052457" y="0"/>
            <a:ext cx="8577943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742B4F-1E4D-6DF6-5AB4-3332E5B008F0}"/>
              </a:ext>
            </a:extLst>
          </p:cNvPr>
          <p:cNvSpPr/>
          <p:nvPr/>
        </p:nvSpPr>
        <p:spPr>
          <a:xfrm>
            <a:off x="2945668" y="1505563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742950" indent="-742950">
              <a:lnSpc>
                <a:spcPts val="4850"/>
              </a:lnSpc>
              <a:buAutoNum type="arabicPeriod"/>
            </a:pPr>
            <a:r>
              <a:rPr lang="en-US" altLang="ko-KR" sz="40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A Happy Childhood Memory</a:t>
            </a:r>
          </a:p>
          <a:p>
            <a:pPr marL="742950" indent="-742950">
              <a:lnSpc>
                <a:spcPts val="4850"/>
              </a:lnSpc>
              <a:buAutoNum type="arabicPeriod"/>
            </a:pPr>
            <a:endParaRPr lang="en-US" altLang="ko-KR" sz="40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  <a:p>
            <a:pPr marL="742950" indent="-742950">
              <a:lnSpc>
                <a:spcPts val="4850"/>
              </a:lnSpc>
              <a:buAutoNum type="arabicPeriod"/>
            </a:pPr>
            <a:r>
              <a:rPr lang="en-US" altLang="ko-KR" sz="40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Memories with My Dad</a:t>
            </a:r>
          </a:p>
          <a:p>
            <a:pPr marL="742950" indent="-742950">
              <a:lnSpc>
                <a:spcPts val="4850"/>
              </a:lnSpc>
              <a:buAutoNum type="arabicPeriod"/>
            </a:pPr>
            <a:endParaRPr lang="en-US" altLang="ko-KR" sz="40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  <a:p>
            <a:pPr marL="742950" indent="-742950">
              <a:lnSpc>
                <a:spcPts val="4850"/>
              </a:lnSpc>
              <a:buAutoNum type="arabicPeriod"/>
            </a:pPr>
            <a:r>
              <a:rPr lang="en-US" altLang="ko-KR" sz="40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Activities I Enjoy with My Dad Now</a:t>
            </a:r>
          </a:p>
          <a:p>
            <a:pPr marL="742950" indent="-742950">
              <a:lnSpc>
                <a:spcPts val="4850"/>
              </a:lnSpc>
              <a:buAutoNum type="arabicPeriod"/>
            </a:pPr>
            <a:endParaRPr lang="en-US" altLang="ko-KR" sz="40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  <a:p>
            <a:pPr marL="742950" indent="-742950">
              <a:lnSpc>
                <a:spcPts val="4850"/>
              </a:lnSpc>
              <a:buAutoNum type="arabicPeriod"/>
            </a:pPr>
            <a:r>
              <a:rPr lang="en-US" altLang="ko-KR" sz="40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Do you want to Go Back to Childhood?</a:t>
            </a:r>
          </a:p>
          <a:p>
            <a:pPr marL="742950" indent="-742950">
              <a:lnSpc>
                <a:spcPts val="4850"/>
              </a:lnSpc>
              <a:buAutoNum type="arabicPeriod"/>
            </a:pPr>
            <a:endParaRPr lang="en-US" altLang="ko-KR" sz="40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  <a:p>
            <a:pPr marL="742950" indent="-742950">
              <a:lnSpc>
                <a:spcPts val="4850"/>
              </a:lnSpc>
              <a:buAutoNum type="arabicPeriod"/>
            </a:pPr>
            <a:r>
              <a:rPr lang="en-US" altLang="ko-KR" sz="40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What Does Nostalgia Mean to Me?</a:t>
            </a:r>
          </a:p>
          <a:p>
            <a:pPr>
              <a:lnSpc>
                <a:spcPts val="4850"/>
              </a:lnSpc>
            </a:pPr>
            <a:endParaRPr lang="en-US" altLang="ko-KR" sz="4000" b="1" dirty="0">
              <a:solidFill>
                <a:srgbClr val="383838"/>
              </a:solidFill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  <a:p>
            <a:pPr>
              <a:lnSpc>
                <a:spcPts val="4850"/>
              </a:lnSpc>
            </a:pPr>
            <a:endParaRPr lang="en-US" altLang="ko-KR" sz="3850" b="1" dirty="0">
              <a:solidFill>
                <a:srgbClr val="383838"/>
              </a:solidFill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A14FD5D-45E2-0422-17B7-4E3778E1D7C1}"/>
              </a:ext>
            </a:extLst>
          </p:cNvPr>
          <p:cNvSpPr/>
          <p:nvPr/>
        </p:nvSpPr>
        <p:spPr>
          <a:xfrm>
            <a:off x="5981531" y="555653"/>
            <a:ext cx="266733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6000" b="0" i="0" dirty="0">
                <a:solidFill>
                  <a:srgbClr val="0070C0"/>
                </a:solidFill>
                <a:effectLst/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Contents</a:t>
            </a:r>
            <a:endParaRPr lang="en-US" sz="5400" dirty="0">
              <a:solidFill>
                <a:srgbClr val="0070C0"/>
              </a:solidFill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6BF3F2C-2789-0888-6C07-BAE84E836DFD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2371411" y="864203"/>
            <a:ext cx="3610120" cy="1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82EA3CD-CCCC-E2A8-349D-FB7FB5C43627}"/>
              </a:ext>
            </a:extLst>
          </p:cNvPr>
          <p:cNvCxnSpPr/>
          <p:nvPr/>
        </p:nvCxnSpPr>
        <p:spPr>
          <a:xfrm flipH="1" flipV="1">
            <a:off x="8648869" y="864204"/>
            <a:ext cx="3610120" cy="1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8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AF3E-425A-9EC5-6351-A453B08D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3B89767-D57A-0DD7-8053-F19AA140E92A}"/>
              </a:ext>
            </a:extLst>
          </p:cNvPr>
          <p:cNvSpPr/>
          <p:nvPr/>
        </p:nvSpPr>
        <p:spPr>
          <a:xfrm>
            <a:off x="773602" y="888462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Q</a:t>
            </a:r>
            <a:r>
              <a:rPr lang="ko-KR" altLang="en-US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 </a:t>
            </a: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:</a:t>
            </a:r>
            <a:r>
              <a:rPr lang="ko-KR" altLang="en-US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 </a:t>
            </a: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What fun experiences did you have as a child? </a:t>
            </a:r>
            <a:b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</a:b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A : Times with Dad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AB3C54F-AC07-77F9-CB21-09B81C82355E}"/>
              </a:ext>
            </a:extLst>
          </p:cNvPr>
          <p:cNvCxnSpPr>
            <a:cxnSpLocks/>
          </p:cNvCxnSpPr>
          <p:nvPr/>
        </p:nvCxnSpPr>
        <p:spPr>
          <a:xfrm flipH="1">
            <a:off x="1537276" y="2100148"/>
            <a:ext cx="2823708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17310292-4019-FFE8-4962-D148D744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39" y="2270234"/>
            <a:ext cx="3347584" cy="53981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1645F9-67CB-BAD1-79D8-86304EFD2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580" y="2390975"/>
            <a:ext cx="5269039" cy="495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8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602" y="888462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Memories with my dad </a:t>
            </a:r>
          </a:p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when we were young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CBCB022-0646-4F57-A7CE-D9F8A79D9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56" y="4013709"/>
            <a:ext cx="2414146" cy="2414146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8B9C32DB-D950-5BC8-3895-2A7088F830F6}"/>
              </a:ext>
            </a:extLst>
          </p:cNvPr>
          <p:cNvSpPr/>
          <p:nvPr/>
        </p:nvSpPr>
        <p:spPr>
          <a:xfrm>
            <a:off x="1216281" y="6928101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4000" dirty="0">
                <a:solidFill>
                  <a:srgbClr val="474747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B</a:t>
            </a:r>
            <a:r>
              <a:rPr lang="en-US" altLang="ko-KR" sz="4000" b="0" i="0" dirty="0">
                <a:solidFill>
                  <a:srgbClr val="474747"/>
                </a:solidFill>
                <a:effectLst/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adminton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C91F8C3-304A-4DCC-0C54-ABECC42CE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264" y="4058569"/>
            <a:ext cx="2414146" cy="241414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234B5E7-D374-0C74-DB2E-3CFC46134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871" y="4215849"/>
            <a:ext cx="2212006" cy="2212006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0A44EC53-2DF8-641A-343E-61856266063F}"/>
              </a:ext>
            </a:extLst>
          </p:cNvPr>
          <p:cNvSpPr/>
          <p:nvPr/>
        </p:nvSpPr>
        <p:spPr>
          <a:xfrm>
            <a:off x="8629548" y="6928101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Talking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2241409-0394-0B55-F8C1-AEF8A5BEF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338" y="4243210"/>
            <a:ext cx="2364407" cy="236440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615B709-6938-922C-4EBC-865F26B8E2DA}"/>
              </a:ext>
            </a:extLst>
          </p:cNvPr>
          <p:cNvSpPr/>
          <p:nvPr/>
        </p:nvSpPr>
        <p:spPr>
          <a:xfrm>
            <a:off x="5191613" y="6928101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4000" b="0" i="0" dirty="0">
                <a:solidFill>
                  <a:srgbClr val="474747"/>
                </a:solidFill>
                <a:effectLst/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Hiking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D7C255C-773B-4D5C-F77F-3C9D408B2FDF}"/>
              </a:ext>
            </a:extLst>
          </p:cNvPr>
          <p:cNvSpPr/>
          <p:nvPr/>
        </p:nvSpPr>
        <p:spPr>
          <a:xfrm>
            <a:off x="11867817" y="6928101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Travel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769AFFC-0EF9-29AF-4D5D-1C9C50F726E9}"/>
              </a:ext>
            </a:extLst>
          </p:cNvPr>
          <p:cNvCxnSpPr>
            <a:cxnSpLocks/>
          </p:cNvCxnSpPr>
          <p:nvPr/>
        </p:nvCxnSpPr>
        <p:spPr>
          <a:xfrm flipH="1" flipV="1">
            <a:off x="898144" y="2140344"/>
            <a:ext cx="3610120" cy="1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FB62-54A0-3587-9B4F-C2F20368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A99F62-C34F-124E-5B2E-FB3442FC1C8B}"/>
              </a:ext>
            </a:extLst>
          </p:cNvPr>
          <p:cNvSpPr/>
          <p:nvPr/>
        </p:nvSpPr>
        <p:spPr>
          <a:xfrm>
            <a:off x="773602" y="808075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If you were to choose the most memorable one?</a:t>
            </a:r>
            <a:endParaRPr lang="en-US" sz="3850" b="1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4ADAA58-25C8-3FEF-E2D3-14171196F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268" y="2174851"/>
            <a:ext cx="3444163" cy="344416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0FABD6D-176F-4131-2E3E-DC7B2B088212}"/>
              </a:ext>
            </a:extLst>
          </p:cNvPr>
          <p:cNvSpPr/>
          <p:nvPr/>
        </p:nvSpPr>
        <p:spPr>
          <a:xfrm>
            <a:off x="5861325" y="3069676"/>
            <a:ext cx="3915722" cy="617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6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- Pick up acorns while hiking</a:t>
            </a:r>
          </a:p>
          <a:p>
            <a:pPr>
              <a:lnSpc>
                <a:spcPts val="4850"/>
              </a:lnSpc>
            </a:pPr>
            <a:r>
              <a:rPr lang="en-US" sz="36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- Eating at the top of my home-made lunch box </a:t>
            </a:r>
          </a:p>
          <a:p>
            <a:pPr>
              <a:lnSpc>
                <a:spcPts val="4850"/>
              </a:lnSpc>
            </a:pPr>
            <a:r>
              <a:rPr lang="en-US" sz="36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- Let's try echoing</a:t>
            </a:r>
          </a:p>
          <a:p>
            <a:pPr>
              <a:lnSpc>
                <a:spcPts val="4850"/>
              </a:lnSpc>
            </a:pPr>
            <a:r>
              <a:rPr lang="en-US" sz="36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- Let's take a nap in the mountains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89127D0-EB96-7D59-976B-EAA9FEB9903D}"/>
              </a:ext>
            </a:extLst>
          </p:cNvPr>
          <p:cNvSpPr/>
          <p:nvPr/>
        </p:nvSpPr>
        <p:spPr>
          <a:xfrm>
            <a:off x="2629283" y="6174475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4000" b="0" i="0" dirty="0">
                <a:solidFill>
                  <a:srgbClr val="0070C0"/>
                </a:solidFill>
                <a:effectLst/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Hiking</a:t>
            </a:r>
            <a:endParaRPr lang="en-US" sz="3850" dirty="0">
              <a:solidFill>
                <a:srgbClr val="0070C0"/>
              </a:solidFill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A8F7C1-C016-59BF-663E-BE67B76754B3}"/>
              </a:ext>
            </a:extLst>
          </p:cNvPr>
          <p:cNvCxnSpPr>
            <a:cxnSpLocks/>
          </p:cNvCxnSpPr>
          <p:nvPr/>
        </p:nvCxnSpPr>
        <p:spPr>
          <a:xfrm flipH="1">
            <a:off x="5861325" y="1425175"/>
            <a:ext cx="3202288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02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CA1C-6A57-DFC4-26EC-69266C05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D2E8B98-FC04-A832-F476-FBE8010BA6B0}"/>
              </a:ext>
            </a:extLst>
          </p:cNvPr>
          <p:cNvGrpSpPr/>
          <p:nvPr/>
        </p:nvGrpSpPr>
        <p:grpSpPr>
          <a:xfrm>
            <a:off x="1343129" y="1910024"/>
            <a:ext cx="11686233" cy="5014965"/>
            <a:chOff x="1343129" y="2201426"/>
            <a:chExt cx="11686233" cy="501496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FF0DDF9-560F-8DF9-C54E-3AE9CECC7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3129" y="2339591"/>
              <a:ext cx="4876800" cy="4876800"/>
            </a:xfrm>
            <a:prstGeom prst="rect">
              <a:avLst/>
            </a:prstGeom>
          </p:spPr>
        </p:pic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04CE57EA-CFCD-6BA8-0B3A-739A9404802D}"/>
                </a:ext>
              </a:extLst>
            </p:cNvPr>
            <p:cNvSpPr/>
            <p:nvPr/>
          </p:nvSpPr>
          <p:spPr>
            <a:xfrm>
              <a:off x="6219929" y="3964075"/>
              <a:ext cx="1627833" cy="1351503"/>
            </a:xfrm>
            <a:prstGeom prst="rightArrow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2B9F5F-BD3E-9190-01AE-DBBA4B80E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2562" y="2201426"/>
              <a:ext cx="4876800" cy="4876800"/>
            </a:xfrm>
            <a:prstGeom prst="rect">
              <a:avLst/>
            </a:prstGeom>
          </p:spPr>
        </p:pic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33C068FA-7427-7AA6-CC24-F340F45E93C7}"/>
              </a:ext>
            </a:extLst>
          </p:cNvPr>
          <p:cNvSpPr/>
          <p:nvPr/>
        </p:nvSpPr>
        <p:spPr>
          <a:xfrm>
            <a:off x="8750378" y="789232"/>
            <a:ext cx="3681168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C85416D-2246-D7BC-9FDB-FD9F994BBAC8}"/>
              </a:ext>
            </a:extLst>
          </p:cNvPr>
          <p:cNvSpPr/>
          <p:nvPr/>
        </p:nvSpPr>
        <p:spPr>
          <a:xfrm>
            <a:off x="1232597" y="576375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I’m sad that my time </a:t>
            </a:r>
          </a:p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with my dad has been reduced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5062399-88A3-33A2-E971-943368339083}"/>
              </a:ext>
            </a:extLst>
          </p:cNvPr>
          <p:cNvSpPr/>
          <p:nvPr/>
        </p:nvSpPr>
        <p:spPr>
          <a:xfrm>
            <a:off x="8554496" y="933929"/>
            <a:ext cx="4072932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Don’t be sad and act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69805B5-72C0-DD37-38F5-48ABEC6FAEE9}"/>
              </a:ext>
            </a:extLst>
          </p:cNvPr>
          <p:cNvCxnSpPr>
            <a:cxnSpLocks/>
          </p:cNvCxnSpPr>
          <p:nvPr/>
        </p:nvCxnSpPr>
        <p:spPr>
          <a:xfrm flipH="1">
            <a:off x="8554496" y="1619190"/>
            <a:ext cx="395570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5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D952-F6F4-7F1C-9E43-21479C984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274F4D-A145-9F7A-1731-05D6B50777AD}"/>
              </a:ext>
            </a:extLst>
          </p:cNvPr>
          <p:cNvSpPr/>
          <p:nvPr/>
        </p:nvSpPr>
        <p:spPr>
          <a:xfrm>
            <a:off x="773602" y="888462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What I’ve been doing with my dad lately</a:t>
            </a:r>
            <a:endParaRPr lang="en-US" sz="3850" b="1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A8B880CE-56BD-35C4-EA1B-981A0BE5BF8C}"/>
              </a:ext>
            </a:extLst>
          </p:cNvPr>
          <p:cNvSpPr/>
          <p:nvPr/>
        </p:nvSpPr>
        <p:spPr>
          <a:xfrm>
            <a:off x="1715045" y="5873027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Eating a meal</a:t>
            </a:r>
            <a:endParaRPr lang="en-US" sz="3850" dirty="0">
              <a:solidFill>
                <a:srgbClr val="383838"/>
              </a:solidFill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34037FF-59A4-6A5E-DA8A-F48E339A69FF}"/>
              </a:ext>
            </a:extLst>
          </p:cNvPr>
          <p:cNvSpPr/>
          <p:nvPr/>
        </p:nvSpPr>
        <p:spPr>
          <a:xfrm>
            <a:off x="7158394" y="5873027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Playing tennis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26E24AF-6BF7-7166-ADA2-AF74F848A524}"/>
              </a:ext>
            </a:extLst>
          </p:cNvPr>
          <p:cNvGrpSpPr/>
          <p:nvPr/>
        </p:nvGrpSpPr>
        <p:grpSpPr>
          <a:xfrm>
            <a:off x="1886990" y="2606136"/>
            <a:ext cx="3326096" cy="2846196"/>
            <a:chOff x="1520650" y="3154345"/>
            <a:chExt cx="3326096" cy="2846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6F749DE-54E7-3891-2BA6-1716E1DE1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9700" y="3843495"/>
              <a:ext cx="2157046" cy="2157046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7431391-BB75-62EA-D6F8-1E66B3D4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0650" y="3154345"/>
              <a:ext cx="2302747" cy="2302747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655B5EF-18C9-E804-BE3F-A926B38CD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136" y="2573599"/>
            <a:ext cx="2599964" cy="25999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FE20DCA-D974-F85C-A7BA-FBC004893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1150" y="2787496"/>
            <a:ext cx="2386067" cy="2386067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B658853B-6287-1C1D-1992-EA4061D56614}"/>
              </a:ext>
            </a:extLst>
          </p:cNvPr>
          <p:cNvSpPr/>
          <p:nvPr/>
        </p:nvSpPr>
        <p:spPr>
          <a:xfrm>
            <a:off x="10820459" y="5889540"/>
            <a:ext cx="1047448" cy="536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Singing</a:t>
            </a:r>
            <a:endParaRPr lang="en-US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186F76-E688-2436-2AE7-629EAB5975D6}"/>
              </a:ext>
            </a:extLst>
          </p:cNvPr>
          <p:cNvCxnSpPr>
            <a:cxnSpLocks/>
          </p:cNvCxnSpPr>
          <p:nvPr/>
        </p:nvCxnSpPr>
        <p:spPr>
          <a:xfrm flipH="1" flipV="1">
            <a:off x="2051442" y="1631989"/>
            <a:ext cx="2892347" cy="10003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380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DA64-D67E-574F-C064-1F706C9B7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91FA46-EBEA-9FBA-DF18-CD659414EA68}"/>
              </a:ext>
            </a:extLst>
          </p:cNvPr>
          <p:cNvSpPr/>
          <p:nvPr/>
        </p:nvSpPr>
        <p:spPr>
          <a:xfrm>
            <a:off x="773602" y="888462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Will you go back to your childhood?</a:t>
            </a:r>
            <a:endParaRPr lang="en-US" sz="3850" b="1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0308B-F41C-2217-1179-4755F488388A}"/>
              </a:ext>
            </a:extLst>
          </p:cNvPr>
          <p:cNvSpPr txBox="1"/>
          <p:nvPr/>
        </p:nvSpPr>
        <p:spPr>
          <a:xfrm>
            <a:off x="4237862" y="2529750"/>
            <a:ext cx="61546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YES !! </a:t>
            </a:r>
            <a:endParaRPr lang="ko-KR" altLang="en-US" sz="200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9DCDCFC-961C-F7A5-C647-5E705FB6E825}"/>
              </a:ext>
            </a:extLst>
          </p:cNvPr>
          <p:cNvCxnSpPr>
            <a:cxnSpLocks/>
          </p:cNvCxnSpPr>
          <p:nvPr/>
        </p:nvCxnSpPr>
        <p:spPr>
          <a:xfrm flipH="1">
            <a:off x="773602" y="1505563"/>
            <a:ext cx="6541598" cy="20142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394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577F-3C85-15D2-FFE8-0C304628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9CDA5C-4734-0FCB-3675-C187BCCC55CA}"/>
              </a:ext>
            </a:extLst>
          </p:cNvPr>
          <p:cNvSpPr/>
          <p:nvPr/>
        </p:nvSpPr>
        <p:spPr>
          <a:xfrm>
            <a:off x="773602" y="888462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altLang="ko-KR" sz="3850" b="1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Lastly, Nostalgia is to me</a:t>
            </a:r>
            <a:endParaRPr lang="en-US" sz="3850" b="1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CDCFF64-6555-35C5-5FF4-C4858789D271}"/>
              </a:ext>
            </a:extLst>
          </p:cNvPr>
          <p:cNvSpPr/>
          <p:nvPr/>
        </p:nvSpPr>
        <p:spPr>
          <a:xfrm>
            <a:off x="996340" y="2186375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lnSpc>
                <a:spcPts val="4850"/>
              </a:lnSpc>
              <a:buFontTx/>
              <a:buChar char="-"/>
            </a:pPr>
            <a:r>
              <a:rPr lang="en-US" altLang="ko-KR" sz="3850" dirty="0">
                <a:solidFill>
                  <a:srgbClr val="0070C0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Something precious that I really want to remember.</a:t>
            </a:r>
          </a:p>
          <a:p>
            <a:pPr marL="571500" indent="-571500" algn="l">
              <a:lnSpc>
                <a:spcPts val="4850"/>
              </a:lnSpc>
              <a:buFontTx/>
              <a:buChar char="-"/>
            </a:pPr>
            <a:r>
              <a:rPr lang="en-US" altLang="ko-KR" sz="3850" dirty="0">
                <a:solidFill>
                  <a:srgbClr val="0070C0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Being a memory rather than an experience.</a:t>
            </a:r>
          </a:p>
          <a:p>
            <a:pPr marL="571500" indent="-571500" algn="l">
              <a:lnSpc>
                <a:spcPts val="4850"/>
              </a:lnSpc>
              <a:buFontTx/>
              <a:buChar char="-"/>
            </a:pPr>
            <a:r>
              <a:rPr lang="en-US" altLang="ko-KR" sz="3850" dirty="0">
                <a:solidFill>
                  <a:srgbClr val="0070C0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What I want to go back and feel.</a:t>
            </a:r>
            <a:r>
              <a:rPr lang="ko-KR" altLang="en-US" sz="3850" dirty="0">
                <a:solidFill>
                  <a:srgbClr val="0070C0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 </a:t>
            </a:r>
            <a:endParaRPr lang="en-US" altLang="ko-KR" sz="3850" dirty="0">
              <a:solidFill>
                <a:srgbClr val="0070C0"/>
              </a:solidFill>
              <a:latin typeface="온글잎 박다현체" panose="02000503000000000000" pitchFamily="2" charset="-127"/>
              <a:ea typeface="온글잎 박다현체" panose="02000503000000000000" pitchFamily="2" charset="-127"/>
              <a:cs typeface="Patrick Hand" pitchFamily="34" charset="-120"/>
            </a:endParaRPr>
          </a:p>
          <a:p>
            <a:pPr algn="l">
              <a:lnSpc>
                <a:spcPts val="4850"/>
              </a:lnSpc>
            </a:pPr>
            <a:endParaRPr lang="en-US" altLang="ko-KR" sz="3850" dirty="0">
              <a:solidFill>
                <a:srgbClr val="383838"/>
              </a:solidFill>
              <a:latin typeface="온글잎 박다현체" panose="02000503000000000000" pitchFamily="2" charset="-127"/>
              <a:ea typeface="온글잎 박다현체" panose="02000503000000000000" pitchFamily="2" charset="-127"/>
              <a:cs typeface="Patrick Hand" pitchFamily="34" charset="-12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EDB9025-3EA7-B1E9-2C92-BAD1F73F75C0}"/>
              </a:ext>
            </a:extLst>
          </p:cNvPr>
          <p:cNvSpPr/>
          <p:nvPr/>
        </p:nvSpPr>
        <p:spPr>
          <a:xfrm>
            <a:off x="642973" y="4708580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850"/>
              </a:lnSpc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If there's anything that reminds me of this memory, </a:t>
            </a:r>
          </a:p>
          <a:p>
            <a:pPr algn="l">
              <a:lnSpc>
                <a:spcPts val="4850"/>
              </a:lnSpc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I think I'll definitely buy it.</a:t>
            </a:r>
          </a:p>
          <a:p>
            <a:pPr algn="l">
              <a:lnSpc>
                <a:spcPts val="4850"/>
              </a:lnSpc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People know that they can't go back.</a:t>
            </a:r>
          </a:p>
          <a:p>
            <a:pPr algn="l">
              <a:lnSpc>
                <a:spcPts val="4850"/>
              </a:lnSpc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Therefore, I want to leave the situation as an irreversible memory, </a:t>
            </a:r>
          </a:p>
          <a:p>
            <a:pPr algn="l">
              <a:lnSpc>
                <a:spcPts val="4850"/>
              </a:lnSpc>
            </a:pPr>
            <a:r>
              <a:rPr lang="en-US" altLang="ko-KR" sz="3850" dirty="0">
                <a:solidFill>
                  <a:srgbClr val="383838"/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  <a:cs typeface="Patrick Hand" pitchFamily="34" charset="-120"/>
              </a:rPr>
              <a:t>if there is a perfume (nostalgia) to remember, people will also buy it.</a:t>
            </a:r>
            <a:endParaRPr lang="en-US" altLang="ko-KR" sz="385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6AFED53-ACFC-2EC1-C8DC-E19917D65B91}"/>
              </a:ext>
            </a:extLst>
          </p:cNvPr>
          <p:cNvCxnSpPr>
            <a:cxnSpLocks/>
          </p:cNvCxnSpPr>
          <p:nvPr/>
        </p:nvCxnSpPr>
        <p:spPr>
          <a:xfrm flipH="1">
            <a:off x="2146841" y="1475464"/>
            <a:ext cx="1842355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80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26D7-4544-47D0-853D-A02487E2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1250A-7CD2-8D5B-19DB-23A897CCB598}"/>
              </a:ext>
            </a:extLst>
          </p:cNvPr>
          <p:cNvSpPr txBox="1"/>
          <p:nvPr/>
        </p:nvSpPr>
        <p:spPr>
          <a:xfrm>
            <a:off x="658167" y="3329970"/>
            <a:ext cx="133140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Thank you for my listening</a:t>
            </a:r>
            <a:endParaRPr lang="ko-KR" altLang="en-US" sz="9600" dirty="0">
              <a:latin typeface="온글잎 박다현체" panose="02000503000000000000" pitchFamily="2" charset="-127"/>
              <a:ea typeface="온글잎 박다현체" panose="02000503000000000000" pitchFamily="2" charset="-127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71406F0-DF25-5426-44F0-9554EFEFB4B3}"/>
              </a:ext>
            </a:extLst>
          </p:cNvPr>
          <p:cNvSpPr/>
          <p:nvPr/>
        </p:nvSpPr>
        <p:spPr>
          <a:xfrm>
            <a:off x="150604" y="7606658"/>
            <a:ext cx="766701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800" b="1" dirty="0">
                <a:solidFill>
                  <a:schemeClr val="bg1">
                    <a:lumMod val="65000"/>
                  </a:schemeClr>
                </a:solidFill>
                <a:latin typeface="온글잎 박다현체" panose="02000503000000000000" pitchFamily="2" charset="-127"/>
                <a:ea typeface="온글잎 박다현체" panose="02000503000000000000" pitchFamily="2" charset="-127"/>
              </a:rPr>
              <a:t>Icons by : https://www.flaticon.com/kr/</a:t>
            </a:r>
          </a:p>
        </p:txBody>
      </p:sp>
    </p:spTree>
    <p:extLst>
      <p:ext uri="{BB962C8B-B14F-4D97-AF65-F5344CB8AC3E}">
        <p14:creationId xmlns:p14="http://schemas.microsoft.com/office/powerpoint/2010/main" val="3430744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259</Words>
  <Application>Microsoft Office PowerPoint</Application>
  <PresentationFormat>사용자 지정</PresentationFormat>
  <Paragraphs>52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온글잎 박다현체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주영 강</cp:lastModifiedBy>
  <cp:revision>14</cp:revision>
  <dcterms:created xsi:type="dcterms:W3CDTF">2025-04-18T17:28:38Z</dcterms:created>
  <dcterms:modified xsi:type="dcterms:W3CDTF">2025-04-25T07:39:38Z</dcterms:modified>
</cp:coreProperties>
</file>